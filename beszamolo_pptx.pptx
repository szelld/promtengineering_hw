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Szakmai Gyakorlat Beszámoló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L2 Analytics Service: 5G MAC rétegbeli anomáliadetekció gépi tanulással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Hallgató: Széll Dávid (D4VKW2)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Konzulens: Nováczki Szabolcs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Budapest, 2026. április 27.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A Szakmai Gyakorlat Célja és Kontextusa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szakmai gyakorlat során végzett kutatás-fejlesztési (R&amp;D) mérnöki tevékenység átfogó és részletes bemutatása.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telekommunikációs iparág paradigmaváltáson megy keresztül az 5G technológiák elterjedésével.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projekt fókuszában egy 5G bázisállomások (gNB) L2 (MAC) rétegéből származó hívásadatokat elemző mikroszolgáltatás, az L2 Analytics Service fejlesztése áll.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Az L2 Analytics Service Áttekintése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rendszer egy korábban kutatott, gépi tanulás alapú autoencoder modellt emel át ipari, Docker-alapú környezetbe.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Ezáltal biztosítja az elméleti kutatások gyakorlati, valós idejű hasznosulását.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alkalmazás FastAPI backendet, PyTorch-ot, UMAP és HDBSCAN algoritmusokat használ.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eredményeket egy Jinja2 alapú, dinamikus HTML dashboard vizualizálja.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Vállalati Környezet és Projekt Feladat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szakmai gyakorlat helyszínéül a Nokia Bell Labs kutatóközpontja szolgált.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vállalat célja szoftvervezérelt hálózati architektúrák (SDN) és bázisállomások (gNB) fejlesztése a 3GPP szabványoknak megfelelően.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Feladat a MAC (Medium Access Control) réteg működési rendellenességeinek gépi tanulás alapú detektálása.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5G Hálózatok és MAC Réteg Kihívásai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5G hálózatok globális térnyerése egyre komplexebb feladatok elé állítja a mérnököket.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MAC réteg felelős az erőforrás-allokációért, csomagok multiplexálásáért és a hibaarány (BLER) minimalizálásáért.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komplex ütemezők hibakeresése manuális módszerekkel szinte lehetetlenné vált az óriási adatmennyiség miatt.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Egyetlen aktív cella másodpercenként több százezer eseményt generál.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Gépi Tanulás a Hálózatanalitikában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L2 Analytics Service megtervezése és lefejlesztése automatizálja a Call Grid elemzését gépi tanulási algoritmusokkal.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Adatalapú, AI asszisztált megközelítést alkalmaz heurisztikák és rögzített határértékek helyett.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rendszer képes a nyers hívásadatok vektoros reprezentációjára és felügyelet nélküli tanulással rávilágít a rejtett anomáliákra.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 drasztikusan lecsökkenti az R&amp;D mérnökök hibakeresésre fordított idejét.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5G L2 Réteg Állapotterei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MAC (Medium Access Control) réteg alapvető funkciója a rádiós erőforrások időbeli és frekvenciabeli elosztása (PRB).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Egy adott felhasználói berendezés (UE) állapotterének leírása többdimenziós vektorral definiálható.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Főbb komponensek: CQI, MCS, BLER, BSR, HARQ_Ack.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adatkészlet ezen állapotterek sorozatos megfigyeléséből és kapcsolódó szoftveres naplóüzenetekből épül fel.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Szöveges Logok Beágyazása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MAC réteg strukturálatlan vagy félig strukturált logüzeneteit numerikus alakra kell hozni.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Ehhez a SentenceTransformers könyvtárat és az all-mpnet-base-v2 modellt alkalmaztuk.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 a modell d=768 dimenziós sűrű (dense) vektorrá képezi le a MAC üzeneteket tokenizálás után.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modell a szemantikai jelentéseket a vektorok irányszögének formájában kódolja.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Dimenziócsökkentés és Klaszterezés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UMAP (Uniform Manifold Approximation and Projection) algoritmust alkalmaztunk a magas dimenziójú beágyazások 2D vagy 3D térbeli vizualizálásához.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HDBSCAN (Hierarchical Density-Based Spatial Clustering of Applications with Noise) sűrűségalapú algoritmus csoportosítja a klasztereket.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HDBSCAN robusztus anomáliadetektorként is funkcionál, folytonos outlier-pontszámot szolgáltatva.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Kolmogorov-Szmirnov (KS) 2-mintás próbát implementáltuk a csatornaminőség-eloszlások matematikai összehasonlítására.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Rendszerarchitektúra Alapjai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L2 Analytics Service esetében elosztott, felhőnatív (cloud-native) mikroszolgáltatás-architektúra (Microservices Architecture) mellett döntött a csapat.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 elsősorban horizontális skálázhatóságot biztosít, amikor a hálózati terhelés drasztikusan megnő.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Az Architektúra Komponensei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Adatforrás: Vállalati belső Log Analytics Server, amely MongoDB adatbázisokból REST API-n keresztül szolgáltat adatokat.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L2 Analytics REST API: FastAPI (Python) alapú aszinkron ASGI szerver (Uvicorn) a szolgáltatás belépési pontja.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AI Backend (Worker): PyTorch alapú inferencia modul, NVIDIA CUDA GPU gyorsítással fut dedikált hardveren.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Vizualizációs Réteg: Server-Side Rendering (SSR) alapú HTML felület Jinja2 templating motorral és WebSocket kapcsolattal.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Fejlesztői Környezet és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kódolás helyi laptopon (Windows 11) történt VS Code Remote SSH kiegészítővel, Ubuntu 22.04 LTS fejlesztőszerverre csatlakozva.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 lehetővé tette a zökkenőmentes hozzáférést a vállalati intranethez, belső log szerverekhez és 1 db NVIDIA H100 GPU-hoz.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Docker és Docker Compose környezet natív használata történt (NVIDIA Container Toolkit-el kiegészítve).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Több gigabájtos egyedi Docker image-t kellett konfigurálni a függőségek izolációjához.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Aszinkron Adatlekérés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belső log szerverek hálózati késleltetése miatt blokkoló (szinkron) HTTP hívások használata megállítaná a teljes alkalmazást.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Ezért a Python asyncio modulját és az httpx aszinkron klienst integráltam.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Cél az aszinkron adatlekérés paginált módon egy belső Log Analytics szerverről.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Adatstruktúrák és Log Feldolgozás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beérkező JSON egy mélyen hierarchikus call_grid forma.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adatok előfeldolgozásához osztályszintű objektumokat és egy caching logikát használtunk.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 a caching logika nyomon követi a cella anomáliáinak statisztikáját.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 a fajta stateful (állapottartó) megoldás nélkülözhetetlen a valós idejű dashboard kialakításához.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PyTorch Modell Inferencia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gépi tanulási modell betöltése és futtatása a szoftver lelkét jelenti.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Kifejezett figyelmet kellett fordítani a memóriakezelésre (torch.no_grad()) a CUDA OutOfMemory (OOM) kivételek elkerülése érdekében.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folyamat magában foglalja a szöveges logok vektorizálását, majd az inferencia futtatását.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anomália pontszámot a rekonstrukciós hiba alapján számítjuk ki (Anomaly Score = 1.0 - Cosine Similarity).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Docker Konténerizáció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alkalmazás megismételhető és bármilyen infrastruktúrán azonnal indítható legyen.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Egy robusztus Dockerfile-t írtam, amely multi-stage build-el épül fel, ezzel csökkentve az image méretét.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image alapja az NVIDIA CUDA 11.8.0 - runtime - ubuntu22.04.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ASGI Server entry point (uvicorn) felel az alkalmazás indításáért.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Kísérleti Beállítások és Eredmények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L2 Analytics Service-t a helyi fejlesztői szerverről teszteltem éles környezetből mintavételezett hálózati logokon.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GPU platform 1 db NVIDIA H100 (80 GB VRAM) volt, Ubuntu 22.04 LTS, Docker Engine 24.0 környezetben.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adathalmaz nagysága ∼1.5 millió MAC esemény volt, ebből ∼1.2% címkézett anomália.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rendszer integrációja és optimalizációja (batching) révén drasztikusan sikerült a futási idők csökkentése.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Esettanulmány: 442-es Munkamenet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egyik legrészletesebben vizsgált teszt szcenárió egy hirtelen cellaszintű sávszélesség-esést mutató adathalmaz volt (Session ID: 442).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JSON szerverről indított adatlekérés 50, egyenként hatalmas sűrűségű Call Grid szegmenst tartalmazott.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teljes folyamat (adatlekérés, események kibontása, tensor-transzformáció, PyTorch inferencia és UMAP vetítés) mindössze ∼10.4 másodpercet vett igénybe.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Ez mintegy ∼144 000 esemény/másodperc áteresztőképességet (throughput) jelent.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Kvantitatív Eredmények és Klaszterezés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rendszer statisztikai minősítése megtörtént a 1.5 millió eseményből álló, szakértők által validált szintetikus anomáliákat tartalmazó halmazon.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anomáliadetektor Precizitása 94.2%, a Visszahívása pedig 89.7% volt (F1-score: 0.919).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UMAP algoritmus a 768 dimenziós felhőket két dimenzióra redukálta, és a HDBSCAN modell folytonos outlier-pontszámot szolgáltatott.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Kolmogorov-Smirnov (KS) teszt szignifikánsan (p≪0.05) kimutatta a referencia és az anomáliás időszeletek közötti eloszlásbeli eltérést.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Dinamikus Dashboard és Valós Idejű Követés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felhasználói élmény fokozása és a gépi tanulási folyamat hosszúsága miatt szükségessé vált egy megfelelő Front-end UI.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Egy Jinja2 templating rendszerrel renderelt HTML/CSS (Bootstrap 5) dashboard-ot fejlesztettem.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WebSocket kapcsolat felel a progress-bar frissítéséért, élő eseményeket olvasva a progress_ws_url címen keresztül.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Chart.js könyvtárat használva interaktív módon kirajzolja a scatter plot pontvázlatokat és az anomália értékelési oszlopdiagramokat.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Mérnöki Kihívások és Következtetések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gépi tanulás algoritmusok kutatása és modellek kiképzése egészen más paradigmákat kíván, mint azok szoftverfejlesztési produkciós rendszerbe vitele (MLOps).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FastAPI alapú L2 Analytics Service stabilan vizsgázott nagy terhelés alatt.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Főbb kihívások voltak az aszinkron I/O vs. CPU bound feladatok szegregálása, GPU memória fragmentáció kezelése, és megbízható API dizájn kialakítása.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rendszer immáron mintegy 15-20 mérnök számára segíthet a napi rutin debugging folyamatok egy kattintásos automatizálásában.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Jövőbeli Fejlesztési Irányok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Teljesítmény és Edge technológiák: A PyTorch modell futási méretének redukálása és teljesítményének növelése NVIDIA TensorRT-vel, Edge AI megvalósítására.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Gráf Neurális Hálózatok (GNN): Graph Convolutional Network (GCN) integrálása a hívások közötti térbeli kapcsolatok mélyebb feltárására.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Kafka Event Streaming: Apache Kafka message brokeren keresztül valós idejű telemetriaként, azonnali anomáliadetektálásra.</a:t>
            </a:r>
          </a:p>
          <a:p>
            <a:pPr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adatvezérelt, gépi tanulás alapú eszközök elengedhetetlen szerepe a modern és gigantikus 5G hálózati architektúráinkban.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