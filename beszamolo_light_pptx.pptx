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Bevezetés: A Projekt Kontextusa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Szakmai gyakorlat a Nokia Bell Labs kutatóközpontjában.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Cél: 5G hálózati infrastruktúrák és szoftvervezérelt bázisállomások fejlesztése.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Feladat: MAC réteg működési rendellenességeinek gépi tanulás alapú detektálása.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telekommunikációs iparág paradigmaváltáson megy keresztül az 5G technológiák elterjedésével.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5G Hálózatok és az L2 MAC Réteg Kihívásai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5G hálózatok globális térnyerése egyre komplexebb feladatok elé állítja a mérnököket.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L2 (MAC) réteg felelős az erőforrás-allokációért, a csomagok multiplexálásáért és a hibaarány minimalizálásáért.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komplex ütemezők hibakeresése manuális módszerekkel szinte lehetetlenné vált az óriási adatmennyiség miatt.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Egyetlen aktív cella másodpercenként több százezer eseményt generál.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L2 Analytics Service: Gépi Tanulás a Hálózatanalitikában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feladat egy olyan mikroszolgáltatás, az L2 Analytics Service megtervezése és lefejlesztése volt.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rendszer automatizálja a Call Grid elemzését gépi tanulási algoritmusok alkalmazásával.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Adatalapú, AI asszisztált megközelítést alkalmaztunk heurisztikák és rögzített határértékek helyett.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Képes a nyers hívásadatok vektoros reprezentációjára, és felügyelet nélküli módszerekkel rávilágít a rejtett anomáliákra.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Elméleti Háttér: 5G L2 Állapotterek és Beágyazások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MAC (Medium Access Control) réteg alapvető funkciója a rádiós erőforrások időbeli és frekvenciabeli elosztása.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Egy felhasználói berendezés (UE) állapotterének leírása többdimenziós vektorral definiálható (CQI, MCS, BLER, BSR, HARQ_Ack).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strukturálatlan vagy félig strukturált logüzeneteket SentenceTransformers és az all-mpnet-base-v2 modell alkalmazásával numerikus alakra hoztuk.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modell d=768 dimenziós sűrű vektorrá képezi le a MAC üzeneteket, kódolva a szemantikai jelentéseket.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Dimenziócsökkentés és Klaszterezés Anomáliadetektálásra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magas dimenziójú beágyazások vizualizálásához és a lokális környezet felméréséhez UMAP algoritmust alkalmaztunk.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Ezt követően a HDBSCAN sűrűségalapú algoritmus csoportosítja a klasztereket, robusztus anomáliadetektorként is funkcionálva.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HDBSCAN.outlier_scores_attribútum folytonos outlier-pontszámot szolgáltat minden egyes megfigyelésre.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Kolmogorov-Szmirnov (KS) 2-mintás próbát implementáltuk a vizsgált cellák csatornaminőség-eloszlásainak matematikai összehasonlítására.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Rendszerarchitektúra és Fejlesztési Környezet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L2 Analytics Service egy elosztott, felhőnatív mikroszolgáltatás-architektúra mellett döntött a horizontális skálázhatóságért.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Főbb építőelemek: Log Analytics Server (adatforrás), L2 Analytics REST API (FastAPI), AI Backend (PyTorch), Vizualizációs Réteg (Jinja2).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kódolás egy helyi laptopon (Windows 11) történt, VS Code Remote SSH kiegészítővel a Nokia Bell Labs szerverére csatlakozva.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Docker és Docker Compose környezet natív használata (NVIDIA Container Toolkit-el kiegészítve) a függőségek izolációjára.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Implementáció: Aszinkron Adatlekérés és PyTorch Inferencia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belső log szerverek hálózati késleltetése miatt a Python asyncio modulját és az httpx aszinkron klienst integráltam.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Állapottartó adatstruktúrákat és egy caching logikát használtunk, amely nyomon követi a cella anomáliáinak statisztikáját.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gépi tanulási modell betöltése és futtatása PyTorch keretrendszerben történt.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Kifejezett figyelmet kellett fordítani a memóriakezelésre (torch.no_grad()), hogy elkerüljük a CUDA OutOfMemory (OOM) kivételek fellépését.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Eredmények és Teljesítmény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validációs fázisban az L2 Analytics Service-t éles környezetből mintavételezett hálózati logokon teszteltem.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Kísérleti környezet: 1 db NVIDIA H100 (80 GB VRAM) GPU, Ubuntu 22.04 LTS, Docker Engine 24.0.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adathalmaz nagysága ~1.5 millió MAC esemény volt, ebből ~1.2% címkézett anomália.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rendszer ~10.4 másodpercet vett igénybe (~144 000 esemény/másodperc áteresztőképesség), 94.2% precizitással és 89.7% visszahívással.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Esettanulmány és Dinamikus Vizualizáció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egyik legrészletesebben vizsgált teszt szcenárió egy hirtelen cellaszintű sávszélesség-esést mutató adathalmaz volt (Session ID: 442).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UMAP algoritmus a 768 dimenziós felhőket két dimenzióra redukálta, elkülönítve a normál üzenetek tömbjét.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HDBSCAN outlier_scores_attribútumát használtuk, így az anomáliák folytonos valószínűségi értéket kaptak.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Egy Jinja2 templating rendszerrel renderelt HTML/CSS dashboard-ot fejlesztettem WebSocket kapcsolattal és Chart.js vizualizációval.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81000"/>
            <a:ext cx="83820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Segoe UI"/>
              </a:defRPr>
            </a:pPr>
            <a:r>
              <a:t>Összegzés és Jövőbeli Feladatok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77000"/>
            <a:ext cx="9144000" cy="381000"/>
          </a:xfrm>
          <a:prstGeom prst="rect">
            <a:avLst/>
          </a:prstGeom>
          <a:gradFill>
            <a:gsLst>
              <a:gs pos="0">
                <a:srgbClr val="00008B"/>
              </a:gs>
              <a:gs pos="100000">
                <a:srgbClr val="87CEEB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1000" y="1270000"/>
            <a:ext cx="8382000" cy="520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 gépi tanulás algoritmusok kutatása és modellek kiképzése egészen más paradigmákat kíván, mint azok szoftverfejlesztési produkciós rendszerbe vitele (MLOps).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Főbb mérnöki kihívások: Aszinkron I/O vs. CPU bound feladatok szegregálása, GPU memória fragmentáció kezelése, megbízható API dizájn.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Jövőbeli fejlesztési irányok: Teljesítmény és Edge technológiák (NVIDIA TensorRT), Gráf Neurális Hálózatok (GNN), Kafka Event Streaming.</a:t>
            </a:r>
          </a:p>
          <a:p>
            <a:pPr lvl="1">
              <a:spcBef>
                <a:spcPts val="800"/>
              </a:spcBef>
              <a:defRPr sz="1800">
                <a:solidFill>
                  <a:srgbClr val="000000"/>
                </a:solidFill>
                <a:latin typeface="Segoe UI"/>
              </a:defRPr>
            </a:pPr>
            <a:r>
              <a:t>Az adatvezérelt, gépi tanulás alapú eszközök elengedhetetlen szerepére mutatott rá a szakmai gyakorlat a modern 5G hálózati architektúrákban.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