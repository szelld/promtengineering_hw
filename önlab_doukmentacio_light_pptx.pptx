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OKOSOTTHON RENDSZER TERVEZÉSE ÉS ALKALMAZÁSOK FEJLESZTÉSE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Budapesti Műszaki és Gazdaságtudományi Egyetem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Villamosmérnöki és Informatikai Kar, HIT Tanszék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Széll Dávid szakdolgozata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Konzulens: Schulcz Róbert, BUDAPEST,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Projekt Összefoglaló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Önálló Laboratórium keretén belül Okosotthon rendszert kellett modellezni.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Megfelelő lakás tervezése, lehetséges eszközökkel és automatizációs lehetőségekkel feltöltése.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Digitális terv elkészülése után fizikai modell készítése kartondobozból, falazattal.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Rendszerek telepítése: mozgásérzékelők, intelligens világítások, fényérzékelők, kábelezés, mikrokontroller programozás, tesztelés.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Loxone Okosotthon Megoldások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Megismerkedés a Loxone okosotthon megoldásokat árusító cég eszközeivel.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Loxone Miniserver: központi vezérlőegység, amely irányítani képes a hozzá kapcsolt okoseszközöket.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Loxone Config applikáció: a Miniserver konfigurálására és az eszközök programozására.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Eszközök két kategóriája: Tree (vezetékes) és Air (vezetékmentes) csatlakoztatás.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Loxone Eszközök és Alkalmazások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Rengeteg megoldás egy otthon okosításához: fali kontrolpanelek, LED fényforrások, csillárok, asztali lámpák.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Szelepvezérlők, hálózati konnektor vezérlők, elektromosautótöltők, beléptető panelek.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Automatizálási példa: sütő bekapcsolásakor felkapcsolódnak a pult fölötti LED Ceiling Spotlight-ok.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Hasonlóan: asztal alá helyezett Presence Sensor Air aktiválja az asztal fölötti csillárt.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Naptár Integráció Okosotthonokba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Naptárintegráció: tudja, mikor van és nincsen otthon a felhasználó.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Időzíthető fűtés/hűtés, fölösleges áramfogyasztók automatikus kikapcsolása.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Jelentősebb közüzemi költségek megtakarítása.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Home Assistant: népszerű Open Source alkalmazás Google O2A Naptár importtal, automatizálások naptáreseményekre.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Saját Okosotthon Tervezés - Alaprajz és Makett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Alaprajz tervezése a Planner5D online felületen.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Cél: mindenféle, átlagos házban előforduló szobából legyen egy darab (nappali, garázs, dolgozószoba, előszoba, hálószoba, fürdő, amerikai konyha).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kert elmaradt a minél egyszerűbb modellezés érdekében.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Makett alapja: kartondoboz, a szobák falai kartondobozból lettek kivágva és ragasztópisztollyal illesztve.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Saját Okosotthon - Eszközök és Funkciók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Tervezett okoseszközök: mozgásérzékelő minden szobában, amely mozgás hatására felkapcsolja a lámpákat.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Ablakoknál távolról vezérelhető redőnyök biztosítják a megfelelő sötétítést.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Előszoba: központi vezérlőpanel, riasztó berendezés, okosotthont vezérlő központi elektronika.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Dolgozószoba: dolgozóasztal érzékeli, ha leülnek elé, elindítja a munkaprogramot (fények, hűtés/fűtés).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Saját Okosotthon - További Szobák Funkciói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Garázs: telefonról irányítható garázskapu, elektromosautótöltő.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Nappali: házimozirendszer (TV bekapcsolásakor mozi módra vált), asztal érzékelők kapcsolják a lámpákat.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Konyha: a 2.2 pontban leírtaknak megfelelően kialakítva (pl. Smart Socket).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Fürdő: távolról vezérelhető elektromos bojler. Hálószoba: nappalihoz hasonló televíziós rendszer.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Eszközbeszerzés és Vezérlés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Modellezéshez beszerzett eszközök: mozgásérzékelők, lámpák, nappali TV és konyha rendszere (egyszerűbb modellezés, költséghatékonyság).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Vezérlés: ESP32 WROOM mikrokontroller (microUSB tápellátás, 3.3V/5V feszültség kimenet).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Mozgásérzékelők: PIRMINI-3 Mini PIR szenzor (3V kimenet mozgás érzékelésekor).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Világítás: 12V-on működő LED-ek. Fényérzékelő: fotorezisztor a lámpák automatikus kapcsolásához sötétedéskor.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Kihívások és Megoldások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Probléma: 3V mozgásérzékelő kimenet vs. 12V LED névleges feszültség.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Transzformátor helyett relék bevezetése (drágább alkatrész elkerülése).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ESP32 áramerősség (kb. 500 mA) elégtelen a 3V-ról 12V-ra történő feszültségátalakításhoz a relé működtetéséhez.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Kompromisszumos megoldás: LED közvetlenül a mozgásérzékelő szenzor kivezető lábára kapcsolva (gyenge fényerővel működik).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