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OKOSOTTHON RENDSZER TERVEZÉSE ÉS ALKALMAZÁSOK FEJLESZTÉSE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Budapesti Műszaki és Gazdaságtudományi Egyetem, Villamosmérnöki és Informatikai Kar, HIT Tanszék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Szerző: Széll Dávid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Konzulens: Schulcz Róbert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Budapest,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Önálló Laboratóriumi Projekt: Okosotthon Rendszer Modellezése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Egy Okosotthon rendszert kellett modelleznem, ehhez először meg kellett tervezni egy megfelelő lakást.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Ezt feltölteni a lehetséges eszközökkel automatizációs lehetőségekkel, majd digitális terv után fizikai modell elkészítése.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modell alapjául egy kartondoboz szolgált, amelybe felkellett állítani a lakás alaprajzának megfelelő falazatot.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Telepíteni az otthon okosításához szükséges rendszereket: mozgásérzékelőket, intelligens világításokat, fényérzékelőket, majd kábelezés és mikrokontroller programozás.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Loxone: Eszközök és Központi Vezérlés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szorgalmi időszak első hetében megismerkedtem a Loxone okosotthon megoldásokat árusító cég eszközeivel.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 magában foglalta az okosotthon eszközök konfigurációjához szükséges programozói felületet is, a Loxone Config applikációt.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Loxone okosotthonok alapjául egy úgynevezett Loxone Miniserver szolgál, ez egy központi vezérlőegység.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Ezt a Miniservert lehet a Loxone Config applikációval konfigurálni, hogy az elvártaknak megfelelően működjenek a hozzá csatlakoztatott eszközök.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Loxone Eszközök: Tree és Air Kategóriák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Loxone cég rengeteg megoldást ajánl egy otthon okosításához, alapvetően kettő kategóriába sorolják az eszközeiket.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Ezek a Tree és az Air kategóriák, a kettő közti különbséget a csatlakoztatás módjában kell kezelni (vezetékes vs. vezetékmentes).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Eszközök tekintetében rengeteg lehetőség közül választhat a vásárló: fali kontrolpanelek, LED fényforrások, csillárok, asztali lámpák.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Vannak szelepvezérlők, hálózati konnektor vezérlők, elektromosautótöltők, de lehet kapni az otthon biztonságához tartozó beléptető paneleket 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Loxone Config: Programozás és Szoba Automatizálás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Loxone okosotthon eszközök konfigurációjához a Loxone Config applikációt lehet használni.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Fel kell csatlakozni a helyi Miniserverre, majd elkezdeni programozni a csatlakoztatott eszközöket.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Meg kell adni a rendelkezésre álló szobákat, azok méreteit, majd ezekhez a szobákhoz lehet hozzárendelni automatizálásokat.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Példák: sütő bekapcsolásakor felkapcsolja a pult fölötti LED Ceiling Spotlight-okat; asztal alá elhelyezett Presence Sensor Air felkapcsolja az asztal fölötti csillárt.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Naptár Integráció Okosotthonokba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Naptárintegráció jó gondolat lehet okosotthonok esetén, mivel tudjuk, hogy mikor van és nincsen otthon a felhasználó.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Így lehet időzíteni, hogy mikorra legyen lehűtve vagy felfűtve a lakás, fölösleges áramfogyasztókat le lehet kapcsolni automatikusan.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Home Assistant: az egyik legnépszerűbb Open Source alkalmazás, amely okosotthonok vezérlésére lett fejlesztve.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Rengeteg harmadik fél által nyújtott szolgáltatást lehet integrálni, például a Google O2A által nyújtott Naptár importot.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Saját Okosotthon: Alaprajz és Fizikai Modell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alaprajz tervezését a Planner5D online felületen végeztem, a célom az volt, hogy minden féle, átlagos házban előforduló szobából legyen egy darab.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Ebből kifolyólag lett egy nappali, garázs, dolgozószoba, előszoba, hálószoba, fürdő és egy amerikai konyha; a kert elmaradt az egyszerűbb modellezés érdekében.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lakás alapjául egy kartondoboz szolgált, a szobák falai kartondobozból lettek kivágva és ragasztópisztollyal illesztve.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Tervezett okoseszközök: minden szobában mozgásérzékelő (mozgás hatására felkapcsolja a lámpákat), ablakoknál távolról vezérelhető redőnyök.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Szobák Funkcionalitása és Eszközök Beszerzése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Előszoba: központi vezérlőpanel, riasztó berendezés, okosotthont vezérlő központi elektronika.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Dolgozószoba: dolgozóasztal érzékeli a leülést, elindítja a munkaprogramot (fények, hűtés/fűtés).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Garázs: telefonról irányítható garázskapu, elektromosautótöltő; Nappali: házimozirendszer (TV bekapcsolásakor mozi mód), asztal érzékelők a lámpákhoz.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Eszközbeszerzés: mozgásérzékelők, lámpák, nappali TV és konyha rendszere lett beépítve az egyszerűbb modellezés és költséghatékonyság miatt.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Vezérlés és Kihívások a Modellezésben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rendszer áramellátásához egy ESP32 WROOM mikrokontrollert választottam, amely mikroUSB-n keresztül kap áramellátást.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Mozgásérzékeléshez a „PIRMINI-3” Mini PIR mozgásérzékelő szenzort választottam, amely 3V-ot ad ki a kimeneti lábán mozgás érzékelésekor.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Világításhoz 12V-on működő LED-eket rendeltem, azonban a 3V-os szenzor és 12V-os LED feszültségkülönbsége problémát okozott.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relék bevezetése ellenére az ESP32 áramerőssége elégtelen volt a 3V-ról 12V-ra történő feszültségátalakításhoz, így a LED közvetlenül a szenzorra kapcsolva gyenge fényerővel működött.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Fényérzékelés és Kiegészítő Rendszerelemek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Ahhoz, hogy a lámpák csak akkor kapcsoljanak fel automatikusan, amikor már sötétedik, egy fotorezisztort (fényellenállást) használtam.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Ha elegendő fényt érzékel, akkor ellenállás nélkül tovább halad rajta a 3V feszültség, viszont, ha nincs elegendő fény, akkor leesik a feszültség 1.3V köré.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TV és főzőlap bekapcsolása által generált energiafelvételt egy-egy kapcsolóval reprezentálom, a LED-ek itt is gyenge fényerővel működnek.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kábelek összekötésére jumper kábeleket, a jelek elosztására, a fotorezisztorhoz pedig Breadboard-ot használtam.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