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Szakmai Gyakorlat Beszámoló: L2 Analytics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jelen beszámoló célja a szakmai gyakorlat során végzett kutatás-fejlesztési (R&amp;D) mérnöki tevékenység átfogó és részletes bemutatása.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telekommunikációs iparág paradigmaváltáson megy keresztül az 5G technológiák elterjedésével.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projekt fókuszában egy 5G bázisállomások (gNB) L2 (MAC) rétegéből származó hívásadatokat elemző mikroszolgáltatás, az L2 Analytics Service fejlesztése áll.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szakmai gyakorlat helyszínéül a Nokia Bell Labs kutatóközpontja szolgált.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Az 5G Hálózatok és az L2 MAC Réteg Kihívásai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5G hálózatok globális térnyerése egyre komplexebb feladatok elé állítja a mérnököket.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L2 (MAC) réteg felelős többek között az erőforrás-allokációért, a csomagok multiplexálásáért és a hibaarány minimalizálásáért.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komplex ütemezők hibakeresése manuális módszerekkel szinte lehetetlenné vált az óriási adatmennyiség miatt.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Egyetlen aktív cella másodpercenként több százezer eseményt generál.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A Gépi Tanulás Szerepe a Hálózatanalitikában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feladat egy olyan mikroszolgáltatás, az L2 Analytics Service megtervezése és lefejlesztése volt, amely automatizálja a Call Grid elemzését.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Gépi tanulási algoritmusok alkalmazásával adatalapú, AI asszisztált megközelítést alkalmaztunk.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rendszer képes a nyers hívásadatok vektoros reprezentációjára és felügyelet nélküli tanulással rávilágít a rejtett anomáliákra.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Ezáltal drasztikusan lecsökkenti az R&amp;D mérnökök hibakeresésre fordított idejét.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Elméleti és Technológiai Háttér: Adatreprezentáció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5G L2 réteg állapotterének leírása egy többdimenziós vektorral definiálható (CQI, MCS, BLER, BSR, HARQ_Ack).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MAC réteg gyakran strukturálatlan vagy félig strukturált logüzenetek formájában közli a belső állapotát.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Ezen üzeneteket numerikus alakra kell hozni a SentenceTransformers könyvtár és az all-mpnet-base-v2 modell alkalmazásával.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modell egy d=768 dimenziós sűrű (dense) vektorrá képezi le a MAC üzeneteket, kódolva a szemantikai jelentéseket.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Elméleti és Technológiai Háttér: Anomáliadetekció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magas dimenziójú beágyazások vizualizálásához és a lokális környezet felméréséhez UMAP algoritmust alkalmaztunk.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Ezt követően a HDBSCAN sűrűségalapú algoritmus csoportosítja a klasztereket, robusztus anomáliadetektorként funkcionálva.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HDBSCAN.outlier_scores_ attribútum folytonos outlier-pontszámot szolgáltat minden egyes megfigyelésre.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Kolmogorov-Szmirnov (KS) 2-mintás próbát implementáltuk a csatornaminőség-eloszlások matematikai összehasonlítására.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Rendszerarchitektúra és Fejlesztési Környezet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Elosztott, felhőnatív (cloud-native) mikroszolgáltatás-architektúra (Microservices Architecture) mellett döntött a csapat.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Főbb építőelemek: Log Analytics Server, L2 Analytics REST API (FastAPI), AI Backend (PyTorch, GPU), Vizualizációs Réteg (Jinja2, WebSocket).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kódolás a Nokia Bell Labs dedikált Ubuntu 22.04 LTS Linux fejlesztőszerverén történt VS Code Remote SSH kiegészítővel.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Docker és Docker Compose környezet natív használata (NVIDIA Container Toolkit-el kiegészítve) 1 db NVIDIA H100 GPU-hoz.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Implementáció: Szakmai Részletek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Aszinkron adatlekérés a FastAPI rétegben az asyncio modul és az httpx aszinkron kliens integrálásával.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Állapottartó adatstruktúrák és log feldolgozás osztályszintű objektumokkal, caching logikával.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modell inference megvalósítása PyTorch környezetben, GPU-gyorsítással és memóriaoptimalizálással (torch.no_grad()).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Robusztus Dockerfile multi-stage build-el, csökkentve az image méretét és biztosítva a CUDA GPU integrációt.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Eredmények és Teljesítmény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rendszer integrációja és optimalizációja révén drasztikusan sikerült a futási idők csökkentése.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Kísérleti környezet: 1 db NVIDIA H100 GPU, Ubuntu 22.04 LTS, Docker Engine 24.0, Batch Size 128.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Esettanulmány (Session ID: 442): az aszinkron JSON API lekérés, események kibontása, tensor-transzformáció, PyTorch inferencia és UMAP vetítés ~10.4 másodpercet vett igénybe.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 mintegy ~144 000 esemény/másodperc áteresztőképességet (throughput) jelent.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Dinamikus Dashboard és Valós Idejű Követés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rendszerhez egy Jinja2 templating rendszerrel renderelt HTML/CSS (Bootstrap 5) dashboard-ot fejlesztettem.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WebSocket kapcsolat felel a progress-bar frissítéséért, élő eseményeket olvasva a weblapra.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Amikor a folyamat eléri a 100%-ot, az eredmény JSON struktúrát megkapja a JavaScript környezet.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Chart.js könyvtárat használva interaktív módon kirajzolja a scatter plot pontvázlatokat és az anomália értékelési oszlopdiagramokat.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Összegzés és Jövőbeli Feladatok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gépi tanulás algoritmusok kutatása és modellek kiképzése egészen más paradigmákat kíván, mint azok produkciós rendszerbe vitele (MLOps).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Főbb megküzdött mérnöki kihívások: Aszinkron I/O vs. CPU bound feladatok, GPU memória fragmentációja, megbízható API dizájn.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rendszer immáron mintegy 15-20 mérnök számára segíthet a napi rutin debugging folyamatok egy kattintásos automatizálásában.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Jövőbeli fejlesztési irányok: Teljesítmény és Edge technológiák (TensorRT), Gráf Neurális Hálózatok (GNN), Kafka Event Streaming.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