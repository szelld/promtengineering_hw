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Bevezetés: A globális energiaválság és az elkerülhetetlen átállás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fosszilis energiahordozókra való támaszkodás súlyos ökológiai és klímaválsághoz vezetett.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megújuló energiaforrásokra való átállás alapfeltétele a földi ökoszisztémák és az emberi civilizáció fennmaradásának.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átállás sikerét a technológiai innováció, a gazdasági ösztönzők és a politikai akarat határozza meg.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nap- és szélenergia költségei drasztikusan csökkentek, mára a legolcsóbb termelési módok közé tartoznak.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A Napenergia Forradalma: Fejlődés és Új Technológiák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szilícium alapú fotovoltaikus panelek hatékonyabbá és olcsóbbá váltak, stabilan 20-22% közötti hatásfokkal.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perovszkit napelemek olcsón, alacsony hőmérsékleten gyárthatók, és tandem cellákban 30% fölé emelhetik a hatásfokot.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Úszó napelemparkok és épületbe integrált rendszerek (BIPV) kínálnak innovatív területhasználati megoldásokat.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A Szélenergia Új Dimenziói: Tengeri és Lebegő Turbinák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tengeri (offshore) szélparkok hatalmas növekedési potenciállal bírnak az erősebb, folyamatosabb szél miatt.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turbinák mérete drasztikusan nő, 14-16 MW kapacitású monstrumokat telepítenek, csökkentve a költségeket.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lebegő (floating) szélturbinák lehetővé teszik a mélyvízi területek kiaknázását, ellenállva az óceáni viharoknak.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iparág dolgozik a rotorlapátok újrahasznosításán és a madárpopulációkra gyakorolt hatás csökkentésén.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Energiatárolás: A Hálózat Stabilitásának Kulcsa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nap- és szélenergia időszakossága miatt az energiatárolás forradalma a jövő energiarendszerének pillére.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lítium-ion akkumulátorok dominálnak, de a nyersanyagok és a rövid távú tárolás korlátai új megoldásokat sürgetnek.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Nátrium-ion és folyadékáramos (redox flow) akkumulátorok ígéretes alternatívák a hálózati tárolásra.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Energiatárolás: Innovatív Megoldások és Zöld Hidrogén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szilárdtest akkumulátorok a "Szent Grál", melyek biztonságosabbak, nagyobb energiasűrűségűek és gyorsabb töltést tesznek lehetővé.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Hosszú távú tárolásra a szivattyús víztározók és az új gravitációs rendszerek kínálnak megoldást.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zöld hidrogén, elektrolízissel előállítva, kulcsfontosságú szezonális energiatároló és a nehezen dekarbonizálható iparágak zöldítése.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Okoshálózatok és Mesterséges Intelligencia: Az Energiarendszer Agya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energiahálózatok digitalizációja (Smart Grid) elengedhetetlen a decentralizált termelők és fogyasztók integrálásához.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Okos mérőórák, IoT szenzorok és 5G/6G hálózatok biztosítják a valós idejű monitorozást és stabilitást.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mesterséges intelligencia optimalizálja a kereslet-kínálatot, előrejelezve a termelést és a fogyasztást.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Demand Response és a Virtual Power Plant koncepciók csökkentik a csúcserőművek szükségességét.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Geotermikus és Vízenergia: Stabil Alaperőművek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kiterjesztett geotermikus rendszerek (EGS) tiszta, folyamatos, 24 órás energiát biztosíthatnak a bolygó bármely pontján.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vízenergia modernizációja a meglévő létesítmények hatásfokának növelésére és ökológiailag fenntartható kiserőművekre fókuszál.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árapály- és hullámerőművek az óceánok kinetikus energiáját hasznosítják, kiszámítható energiát biztosítva a tengerparti nemzeteknek.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Gazdasági és Társadalmi Hatások: Átalakuló Világ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zöld szektor munkahelyek millióit teremti, mérnököknek, technikusoknak és építőipari munkásoknak adva munkát.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megújuló energia demokratizálja az energiatermelést, csökkentve a fosszilis erőforrásoktól való geopolitikai függőséget.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decentralizált megújuló rendszerek felszámolhatják az energiaszegénységet a fejlődő világban, javítva az életminőséget.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Szabályozás és Irányelvek: A Fenntartható Jövő Keretei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Párizsi egyezmény és az EU Green Deal jogilag kötelező célokat tűz ki a klímasemlegesség elérésére 2050-ig.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szén-dioxid-kvóták (ETS) és a karbonárazás gazdaságilag bünteti a fosszilis energiát, ösztönözve a tiszta technológiákat.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karbonvámok (CBAM) megvédik a hazai zöld ipart és elősegítik a globális kibocsátáscsökkentést.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Konklúzió: Az Út a Nettó Zéró 2050-ig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megújuló technológiák már bizonyítottak, a feladat a páratlanul gyors skálázódás és a hálózatok modernizációja.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zöld hidrogén kulcsfontosságú a nehezen dekarbonizálható szektorok átállásához.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2050-es nettó zéró célkitűzés elérhető tudományos innováció, tőkepiaci beruházások és felelős politikai döntéshozatal révén.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átállás nem a jövő zenéje, hanem a jelen legfontosabb globális projektje egy élhető, tiszta és fenntartható jövőért.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