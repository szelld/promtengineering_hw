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Bevezetés: Az Energiaátállás Kényszere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globális energiarendszerek átalakítása a 21. század egyik legkritikusabb kihívása.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fosszilis energiahordozók használata mélyülő ökológiai és klímaválsághoz vezet.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megújuló energia az emberi civilizáció fennmaradásának alapfeltétele, tiszta és költséghatékony.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átállás sebességét a technológiai innováció, gazdasági ösztönzők és politikai akarat határozza meg.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Napenergia: Forradalom és Új Technológiák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szilícium alapú fotovoltaikus (PV) panelek hatékonyabbá és olcsóbbá váltak, elérve a 20-22% hatásfokot.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perovszkit napelemek olcsón előállíthatók, gyorsan fejlődnek, és 30% fölé emelhetik a hatásfokot tandem cellákkal.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Úszó napelemparkok és épületbe integrált rendszerek (BIPV) kínálnak innovatív területhasználati megoldásokat.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Szélenergia: Tengeri Potenciál és Fenntarthatóság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tengeri (offshore) szélparkok hatalmas növekedési potenciállal bírnak az erősebb és kiszámíthatóbb szél miatt.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lebegő (floating) szélturbinák lehetővé teszik a mélyvízi óceáni energiatermelést.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Kihívást jelent a kompozit rotorlapátok újrahasznosítása és a turbinák madár- és denevérpopulációkra gyakorolt hatásának csökkentése.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Energiatárolás: A Rendszer Stabilitásának Kulcsa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nap- és szélenergia időszakossága miatt az energiatárolás forradalma a jövő energiarendszerének pillére.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lítium-ion akkumulátorok dominálnak, de bányászatuk környezeti és geopolitikai aggályokat vet fel.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nátrium-ion és folyadékáramos (redox flow) akkumulátorok olcsóbb, környezetbarátabb alternatívát kínálnak.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Hosszú Távú Tárolás és Zöld Hidrogén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szilárdtest akkumulátorok a jövőben megkétszerezhetik az energiasűrűséget és felgyorsíthatják a töltést.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Hosszú távú, szezonális tárolásra a szivattyús víztározók és gravitációs rendszerek jelentenek megoldást.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zöld hidrogén a megújuló energia tárolásának és a nehezen dekarbonizálható iparágak kizöldítésének kulcsa.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Okoshálózatok és Mesterséges Intelligencia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jövő Smart Grid hálózata több millió decentralizált termelőt, tárolót és aktív fogyasztót foglal magába.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okos mérőórák, IoT szenzorok és 5G/6G hálózatok biztosítják a valós idejű adatelemzést és monitorozást.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MI algoritmusok előrejelzik a termelést és fogyasztást, lehetővé téve a dinamikus árazást és a keresletoldali szabályozást.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Hálózati Innovációk és Lokális Megoldások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keresletoldali szabályozás (Demand Response) virtuális erőműként (VPP) funkcionál, csökkentve a csúcserőművek szükségességét.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mikrohálózatok helyi, független energiarendszerek, amelyek természeti katasztrófa esetén is képesek önállóan működni.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MI kulcsszerepet játszik a mikrohálózatok irányításában, egyensúlyban tartva a helyi termelést és fogyasztást.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Geotermikus és Vízenergia: Stabil Források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kiterjesztett geotermikus rendszerek (EGS) tiszta, folyamatos, napi 24 órában rendelkezésre álló energiát biztosíthatnak.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vízenergia modernizációja a meglévő létesítmények hatásfokának növelésére és ökológiailag fenntartható kiserőművekre fókuszál.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árapály- és hullámerőművek az óceánok kinetikus energiáját hasznosítják, kiszámítható energiát biztosítva.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Gazdasági és Társadalmi Átalakulás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zöld gazdaság munkahelyek millióit teremti, de fontos a "Just Transition" a fosszilis szektorban dolgozók számára.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megújuló energia demokratizálja az energiatermelést, csökkentve a geopolitikai függőséget.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decentralizált megújulók felszámolhatják az energiaszegénységet a fejlődő világban.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kritikus nyersanyagok feletti ellenőrzés új geopolitikai verseny színtere, ezért elengedhetetlen a körforgásos gazdaság.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Konklúzió: Út a Nettó Zéró Jövőbe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technológiák már megvannak és gazdaságilag is bizonyítottak, a feladat a páratlanul gyors skálázódás.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Párizsi egyezmény és az EU Green Deal jogilag kötelező célokat tűz ki a 2050-es klímasemlegességre.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karbonárazás (ETS) és a karbonvámok (CBAM) gazdaságilag ösztönzik a tiszta technológiákat.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2050-es nettó zéró cél elérhető, ha a tudományos innováció, tőkepiaci beruházások és felelős politikai döntéshozatal közös irányba tart.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