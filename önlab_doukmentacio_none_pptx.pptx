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OKOSOTTHON RENDSZER TERVEZÉSE ÉS ALKALMAZÁSOK FEJLESZTÉSE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Széll Dávid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Budapesti Műszaki és Gazdaságtudományi Egyetem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Villamosmérnöki és Informatikai Kar, HIT Tanszék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Konzulens: Schulcz Róbert, Budapest,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Önálló Laboratóriumi Projekt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Okosotthon rendszert kellett modellezni.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Meg kellett tervezni egy megfelelő lakást a rendszerhez, majd feltölteni a lehetséges eszközökkel automatizációs lehetőségekkel.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Egy fizikai modell elkészítése következett kartondobozból, falazattal.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Telepíteni kellett az otthon okosításához szükséges rendszereket, kábelezést és mikrokontroller programozást.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Loxone Okosotthon Megoldások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Megismerkedés a Loxone okosotthon megoldásokat árusító cég eszközeivel.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Loxone Miniserver egy központi vezérlőegység, amely irányítani képes a hozzá kapcsolt okoseszközöket.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Loxone Config applikációval konfigurálható a Miniserver és a csatlakoztatott eszközök.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eszközök két kategóriába sorolhatók: Tree (vezetékes) és Air (vezetékmentes).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Loxone Eszközök és Automatizálási Példák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Rengeteg eszköz közül választhat a vásárló, pl. fali kontrolpanelek, LED fényforrások, szelepvezérlők, elektromosautótöltők.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Loxone Config applikációban szobákhoz rendelhetők automatizálások.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Példa: konyhai sütő bekapcsolásakor felkapcsolódnak a pult fölötti LED Ceiling Spotlight-ok.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Példa: asztal alá helyezett Presence Sensor Air hatására felkapcsolódik az asztal fölötti csillár.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Naptár Integráció Okosotthonokba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Naptárintegráció jó gondolat okosotthonok esetén, mivel tudható a felhasználó otthonléte.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Lehet időzíteni a lakás hűtését vagy fűtését, és lekapcsolni fölösleges áramfogyasztókat.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Home Assistant az egyik legnépszerűbb Open Source alkalmazás okosotthonok vezérlésére.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Google O2A által nyújtott Naptár import segítségével automatizálások írhatók naptáreseményekre.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Saját Okosotthon Modell Tervezése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alaprajz tervezése a Planner5D online felületen történt.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Cél volt, hogy minden átlagos házban előforduló szobából legyen egy darab (nappali, garázs, dolgozószoba, előszoba, hálószoba, fürdő, amerikai konyha).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lakás alapjául egy kartondoboz szolgált, a szobák falai kartondobozból készültek.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Tervezett okoseszközök: mozgásérzékelők minden szobában, távolról vezérelhető redőnyök az ablakoknál.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Szobaspecifikus Okoseszközök és Funkciók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Előszoba: központi vezérlőpanel, riasztó berendezés, okosotthont vezérlő központi elektronika.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Dolgozószoba: dolgozóasztal érzékeli a leülést, elindítva a munkaprogramot (fények, hűtés/fűtés beállítása).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Garázs: telefonról irányítható garázskapu, elektromosautótöltő.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Nappali: házimozirendszer kapcsolja a mozi módot a TV bekapcsolásakor, asztaloknál érzékelők kapcsolják a lámpákat.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Okosotthon Modell Vezérlése és Alkatrészei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rendszer áramellátásához egy ESP32 WROOM mikrokontrollert választottam.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Mozgásérzékeléshez a PIRMINI-3 Mini PIR mozgásérzékelő szenzort használtam.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Világításhoz 12V-on működő LED-eket rendeltem.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TV és főzőlap bekapcsolása által generált energiafelvételt kapcsolók reprezentálják.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Implementációs Kihívások és Kompromisszumok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Probléma: a 3V-os mozgásérzékelő kimeneti feszültsége és a 12V-os LED-ek névleges feszültsége közötti eltérés.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Transzformátor helyett reléket vezettem be a rendszerbe, de az ESP32 áramerőssége (500 mA) nem volt elegendő.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feszültségátalakítás jelentős áramot igényelt, így a relé nem tudott áramot továbbítani.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Kompromisszumos megoldás: a LED közvetlenül a mozgásérzékelő szenzor kivezető lábára kapcsolva, gyenge fényerővel.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Fényérzékelés és Rendszer Kialakítása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Fényérzékeléshez fotorezisztort (fényellenállást) használtam, hogy a lámpák csak sötétedéskor kapcsoljanak fel.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fotorezisztor befolyásolja az ESP áramleadását: ha elegendő fény van, 3V, ha nincs, 1.3V körüli feszültség.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ESP a bemeneti lábára érkező feszültség alapján ad jelet (3.3V-ot) a PIR szenzoroknak.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kábelek összekötésére jumper kábeleket, a jelek elosztására és a fotorezisztorhoz Breadboard-ot használtam.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