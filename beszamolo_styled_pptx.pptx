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Szakmai Gyakorlat Beszámoló: L2 Analytics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jelen beszámoló célja a szakmai gyakorlat során végzett kutatás-fejlesztési (R&amp;D) mérnöki tevékenység bemutatása.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telekommunikációs iparág paradigmaváltáson megy keresztül az 5G technológiák elterjedésével.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szakmai gyakorlat helyszínéül a Nokia Bell Labs kutatóközpontja szolgált.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Feladat: MAC réteg működési rendellenességeinek gépi tanulás alapú detektálását célzó projekt megvalósítása.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Az 5G Hálózatok és az L2 MAC Réteg Kihívásai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5G hálózatok globális térnyerése egyre komplexebb feladatok elé állítja a mérnököket.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L2 (MAC) réteg robusztus és rendkívül gyors ütemezési algoritmusokat igényel.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MAC réteg felelős az erőforrás-allokációért, csomagok multiplexálásáért és a hibaarány minimalizálásáért.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hatalmas adatmennyiség miatt a hibakeresés manuális módszerekkel szinte lehetetlenné vált.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Gépi Tanulás Szerepe a Hálózatanalitikában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feladat egy mikroszolgáltatás, az L2 Analytics Service megtervezése és lefejlesztése volt.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Automatizálja a Call Grid elemzését gépi tanulási algoritmusok alkalmazásával.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Adatalapú, AI asszisztált megközelítést alkalmaztunk heurisztikák és rögzített határértékek helyett.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 képes a nyers hívásadatok vektoros reprezentációjára és rejtett anomáliák felügyelet nélküli detektálására.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Elméleti és Technológiai Háttér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MAC réteg alapvető funkciója a rádiós erőforrások időbeli és frekvenciabeli elosztása.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Egy felhasználói berendezés (UE) állapotterének leírása többdimenziós vektorral definiálható.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strukturálatlan logüzenetek numerikus alakra hozásához a SentenceTransformers könyvtárat és az all-mpnet-base-v2 modellt alkalmaztuk.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Ez a modell egy d=768 dimenziós sűrű vektorrá képezi le a MAC üzeneteket, kódolva a szemantikai jelentéseket.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Anomáliadetekció Algoritmusai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magas dimenziójú beágyazások vizualizálásához UMAP (Uniform Manifold Approximation and Projection) algoritmust alkalmaztunk.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UMAP jellemzően jól megőrzi a lokális szerkezetet, és a globális struktúra is áttekinthetőbb marad.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Ezt követően a HDBSCAN (Hierarchical Density-Based Spatial Clustering of Applications with Noise) sűrűségalapú algoritmus csoportosítja a klasztereket.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HDBSCAN robusztus anomáliadetektorként funkcionál, folytonos outlier-pontszámot szolgáltat minden egyes megfigyelésre.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Rendszerarchitektúra és Fejlesztési Környezet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Elosztott, felhőnatív mikroszolgáltatás-architektúra mellett döntött a csapat a horizontális skálázhatóságért.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Főbb építőelemek: Log Analytics Server, L2 Analytics REST API (FastAPI), AI Backend (PyTorch, GPU-gyorsított), Vizualizációs Réteg (Jinja2, WebSocket).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kódolás egy helyi laptopon (Windows 11) történt, VS Code Remote SSH kiegészítővel a Nokia Bell Labs szerverére csatlakozva.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Docker és Docker Compose környezet natív használata (NVIDIA Container Toolkit-el kiegészítve) a függőségek izolációjára.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Implementáció Szakmai Részletei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Aszinkron adatlekérés a FastAPI rétegben a Python asyncio modulját és az httpx aszinkron klienst integrálva.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Állapottartó adatstruktúrák és log feldolgozás osztályszintű objektumokkal, caching logikával.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gépi tanulási modell betöltése és futtatása PyTorch keretrendszerben.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Kifejezett figyelmet kellett fordítani a memóriakezelésre (torch.no_grad()) a CUDA OutOfMemory (OOM) kivételek elkerülésére.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Eredmények és Kvantitatív Kiértékelés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L2 Analytics Service-t éles környezetből mintavételezett hálózati logokon teszteltem.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Kísérleti környezet: 1 db NVIDIA H100 GPU, Ubuntu 22.04 LTS, Docker Engine 24.0.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 futási idejének elemzése kedvező eredményt adott: ∼10.4 másodperc ∼144 000 esemény/másodperc áteresztőképességgel.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Anomáliadetektor Precizitása 94.2%, Visszahívása 89.7% (F1-score: 0.919) volt a validált szintetikus anomáliákat tartalmazó halmazon.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Dinamikus Dashboard és Valós Idejű Követés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UMAP algoritmus a 768 dimenziós felhőket két dimenzióra redukálta, elkülönítve a normál üzenetek tömbjét.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HDBSCAN modell illesztése a csökkentett dimenziós térre, folytonos valószínűségi értékkel az anomáliákhoz.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rendszerhez egy Jinja2 templating rendszerrel renderelt HTML/CSS (Bootstrap 5) dashboard-ot fejlesztettem.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WebSocket kapcsolat felel a progress-bar frissítéséért, és a Chart.js könyvtár az interaktív vizualizációért.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Összegzés és Jövőbeli Fejlesztési Irányok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gépi tanulás algoritmusok kutatása és modellek kiképzése egészen más paradigmákat kíván, mint azok produkciós rendszerbe vitele (MLOps).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Főbb mérnöki kihívások: Aszinkron I/O vs. CPU bound feladatok szegregálása, GPU memória fragmentáció kezelése, megbízható API dizájn.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Jövőbeli fejlesztési irányok: Teljesítmény és Edge technológiák (NVIDIA TensorRT), Gráf Neurális Hálózatok (GNN) integrálása.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Kafka Event Streaming a nyers Call Grid fájlok valós idejű telemetriaként történő streamelésére, azonnali anomáliadetektáláshoz.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